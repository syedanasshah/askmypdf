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PDF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Architecture, NLP Approach, Deployment &amp; Usage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AI-powered chatbot that allows users to:</a:t>
            </a:r>
          </a:p>
          <a:p>
            <a:r>
              <a:t>- Upload PDFs</a:t>
            </a:r>
          </a:p>
          <a:p>
            <a:r>
              <a:t>- Ask context-based questions</a:t>
            </a:r>
          </a:p>
          <a:p>
            <a:r>
              <a:t>- Get precise or creative answers</a:t>
            </a:r>
          </a:p>
          <a:p/>
          <a:p>
            <a:r>
              <a:t>Built with FastAPI, Gradio, Hugging Face, FAISS, and GPU acceleration.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PDF Loader: Extracts text from PDFs</a:t>
            </a:r>
          </a:p>
          <a:p>
            <a:r>
              <a:t>- Text Splitter: Splits text into chunks</a:t>
            </a:r>
          </a:p>
          <a:p>
            <a:r>
              <a:t>- Embeddings: SentenceTransformers</a:t>
            </a:r>
          </a:p>
          <a:p>
            <a:r>
              <a:t>- Vector Store: FAISS for similarity search</a:t>
            </a:r>
          </a:p>
          <a:p>
            <a:r>
              <a:t>- LLM: Hugging Face pipeline (Flan-T5)</a:t>
            </a:r>
          </a:p>
          <a:p>
            <a:r>
              <a:t>- Interfaces: FastAPI + Gradio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Approach?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Combines classical NLP with modern LLMs</a:t>
            </a:r>
          </a:p>
          <a:p>
            <a:r>
              <a:t>- Ensures accuracy with retrieval-augmented generation</a:t>
            </a:r>
          </a:p>
          <a:p>
            <a:r>
              <a:t>- Lightweight models enable running on local machines</a:t>
            </a:r>
          </a:p>
          <a:p>
            <a:r>
              <a:t>- Modular for deployment flexibility (Colab, Docker, Local)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GPU?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NLP models are computationally heavy</a:t>
            </a:r>
          </a:p>
          <a:p>
            <a:r>
              <a:t>- GPU accelerates embeddings &amp; LLM inference</a:t>
            </a:r>
          </a:p>
          <a:p>
            <a:r>
              <a:t>- 10x faster performance compared to CPU</a:t>
            </a:r>
          </a:p>
          <a:p>
            <a:r>
              <a:t>- Enables near real-time Q&amp;A responses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FAISS?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FAISS = Facebook AI Similarity Search</a:t>
            </a:r>
          </a:p>
          <a:p>
            <a:r>
              <a:t>- Efficient similarity search on embeddings</a:t>
            </a:r>
          </a:p>
          <a:p>
            <a:r>
              <a:t>- Handles large text corpora</a:t>
            </a:r>
          </a:p>
          <a:p>
            <a:r>
              <a:t>- Scales well for enterprise-level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NLP &amp;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Embeddings: all-MiniLM-L6-v2 (lightweight, fast, accurate)</a:t>
            </a:r>
          </a:p>
          <a:p>
            <a:r>
              <a:t>- LLM: Flan-T5-base for Q&amp;A</a:t>
            </a:r>
          </a:p>
          <a:p>
            <a:r>
              <a:t>- Hugging Face pipeline for generation</a:t>
            </a:r>
          </a:p>
          <a:p>
            <a:r>
              <a:t>- Balance between efficiency and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Google Colab (with GPU)</a:t>
            </a:r>
          </a:p>
          <a:p>
            <a:r>
              <a:t>2. Local machine (CPU/GPU)</a:t>
            </a:r>
          </a:p>
          <a:p>
            <a:r>
              <a:t>3. Docker container</a:t>
            </a:r>
          </a:p>
          <a:p>
            <a:r>
              <a:t>4. Cloud platforms (AWS, GCP, Azure)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Usage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Upload PDF file</a:t>
            </a:r>
          </a:p>
          <a:p>
            <a:r>
              <a:t>2. System processes and indexes text</a:t>
            </a:r>
          </a:p>
          <a:p>
            <a:r>
              <a:t>3. Ask natural language questions</a:t>
            </a:r>
          </a:p>
          <a:p>
            <a:r>
              <a:t>4. Receive context-aware answers</a:t>
            </a:r>
          </a:p>
          <a:p>
            <a:r>
              <a:t>5. Use via Gradio UI or FastAPI endpoints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Gradio UI - PDF Upload</a:t>
            </a:r>
          </a:p>
        </p:txBody>
      </p:sp>
      <p:pic>
        <p:nvPicPr>
          <p:cNvPr id="3" name="Picture 2" descr="Q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400800" cy="33750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Status Check</a:t>
            </a:r>
          </a:p>
        </p:txBody>
      </p:sp>
      <p:pic>
        <p:nvPicPr>
          <p:cNvPr id="3" name="Picture 2" descr="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400800" cy="41989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PDF Upload</a:t>
            </a:r>
          </a:p>
        </p:txBody>
      </p:sp>
      <p:pic>
        <p:nvPicPr>
          <p:cNvPr id="3" name="Picture 2" descr="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400800" cy="41989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Adaptive answering (factual vs creative)</a:t>
            </a:r>
          </a:p>
          <a:p>
            <a:r>
              <a:t>- Scalable architecture</a:t>
            </a:r>
          </a:p>
          <a:p>
            <a:r>
              <a:t>- GPU acceleration supported</a:t>
            </a:r>
          </a:p>
          <a:p>
            <a:r>
              <a:t>- Dual interface: Gradio UI &amp; FastAPI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Extracting clean text from scanned PDFs</a:t>
            </a:r>
          </a:p>
          <a:p>
            <a:r>
              <a:t>- Managing large documents efficiently</a:t>
            </a:r>
          </a:p>
          <a:p>
            <a:r>
              <a:t>- Balancing accuracy vs speed</a:t>
            </a:r>
          </a:p>
          <a:p>
            <a:r>
              <a:t>- Handling GPU/CPU deployment differences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Support scanned PDFs (OCR)</a:t>
            </a:r>
          </a:p>
          <a:p>
            <a:r>
              <a:t>- Add multi-document support</a:t>
            </a:r>
          </a:p>
          <a:p>
            <a:r>
              <a:t>- Integrate more powerful LLMs (LLaMA, GPT)</a:t>
            </a:r>
          </a:p>
          <a:p>
            <a:r>
              <a:t>- Enhance UI with chat history &amp; file management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to build an AI-powered PDF Assistant:</a:t>
            </a:r>
          </a:p>
          <a:p>
            <a:r>
              <a:t>- Combines embeddings + LLM for accuracy</a:t>
            </a:r>
          </a:p>
          <a:p>
            <a:r>
              <a:t>- Runs on GPU for speed</a:t>
            </a:r>
          </a:p>
          <a:p>
            <a:r>
              <a:t>- Flexible deployment (Colab, Local, Docker)</a:t>
            </a:r>
          </a:p>
          <a:p>
            <a:r>
              <a:t>- Practical real-world use cases (education, research, business)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